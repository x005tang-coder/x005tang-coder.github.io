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6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87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软件系统运行</a:t>
            </a:r>
            <a:r>
              <a:rPr lang="zh-CN" altLang="en-US"/>
              <a:t>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25575"/>
            <a:ext cx="10968990" cy="4824095"/>
          </a:xfrm>
        </p:spPr>
        <p:txBody>
          <a:bodyPr/>
          <a:p>
            <a:r>
              <a:rPr lang="zh-CN" altLang="en-US"/>
              <a:t>用户登录</a:t>
            </a:r>
            <a:endParaRPr lang="zh-CN" altLang="en-US"/>
          </a:p>
        </p:txBody>
      </p:sp>
      <p:pic>
        <p:nvPicPr>
          <p:cNvPr id="4" name="图片 3" descr="屏幕截图 2025-12-09 1413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988185"/>
            <a:ext cx="10828655" cy="4632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软件系统运行展示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登陆成功进入选择预定房间</a:t>
            </a:r>
            <a:r>
              <a:rPr lang="zh-CN" altLang="en-US"/>
              <a:t>页面</a:t>
            </a:r>
            <a:endParaRPr lang="zh-CN" altLang="en-US"/>
          </a:p>
        </p:txBody>
      </p:sp>
      <p:pic>
        <p:nvPicPr>
          <p:cNvPr id="4" name="图片 3" descr="屏幕截图 2025-12-09 1413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390" y="2016760"/>
            <a:ext cx="10922635" cy="4561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软件系统运行展示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管理员</a:t>
            </a:r>
            <a:r>
              <a:rPr lang="zh-CN" altLang="en-US"/>
              <a:t>登记入住</a:t>
            </a:r>
            <a:endParaRPr lang="zh-CN" altLang="en-US"/>
          </a:p>
        </p:txBody>
      </p:sp>
      <p:pic>
        <p:nvPicPr>
          <p:cNvPr id="4" name="图片 3" descr="屏幕截图 2025-12-09 1512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815" y="1963420"/>
            <a:ext cx="4267200" cy="42862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软件系统运行展示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登记入住成功</a:t>
            </a:r>
            <a:endParaRPr lang="zh-CN" altLang="en-US"/>
          </a:p>
        </p:txBody>
      </p:sp>
      <p:pic>
        <p:nvPicPr>
          <p:cNvPr id="4" name="图片 3" descr="屏幕截图 2025-12-09 1512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75" y="3183890"/>
            <a:ext cx="2838450" cy="1257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软件系统运行展示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管理员添加</a:t>
            </a:r>
            <a:r>
              <a:rPr lang="zh-CN" altLang="en-US"/>
              <a:t>房间</a:t>
            </a:r>
            <a:endParaRPr lang="zh-CN" altLang="en-US"/>
          </a:p>
        </p:txBody>
      </p:sp>
      <p:pic>
        <p:nvPicPr>
          <p:cNvPr id="5" name="图片 4" descr="屏幕截图 2025-12-18 1613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20" y="2054225"/>
            <a:ext cx="11384915" cy="44107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软件系统运行展示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管理员添加</a:t>
            </a:r>
            <a:r>
              <a:rPr lang="zh-CN" altLang="en-US"/>
              <a:t>房间成功</a:t>
            </a:r>
            <a:endParaRPr lang="zh-CN" altLang="en-US"/>
          </a:p>
        </p:txBody>
      </p:sp>
      <p:pic>
        <p:nvPicPr>
          <p:cNvPr id="4" name="图片 3" descr="屏幕截图 2025-12-18 1613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2139315"/>
            <a:ext cx="11167110" cy="42405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软件系统运行展示</a:t>
            </a:r>
            <a:br>
              <a:rPr lang="zh-CN" altLang="en-US"/>
            </a:b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8780" y="2258060"/>
            <a:ext cx="10968990" cy="33369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68655" y="14287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管理员预定管理及</a:t>
            </a:r>
            <a:r>
              <a:rPr lang="zh-CN" altLang="en-US"/>
              <a:t>查询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软件系统运行展示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管理员入住管理</a:t>
            </a:r>
            <a:r>
              <a:rPr lang="zh-CN" altLang="en-US"/>
              <a:t>及查询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20" y="2185670"/>
            <a:ext cx="11534775" cy="44418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commondata" val="eyJoZGlkIjoiZjVjZDJjOTRhMmNlZjNlZjY1MjBmNDJlZjZhZWYxMD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</Words>
  <Application>WPS 演示</Application>
  <PresentationFormat>宽屏</PresentationFormat>
  <Paragraphs>32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Calibri</vt:lpstr>
      <vt:lpstr>WPS</vt:lpstr>
      <vt:lpstr>软件系统运行展示</vt:lpstr>
      <vt:lpstr>软件系统运行展示</vt:lpstr>
      <vt:lpstr>软件系统运行展示</vt:lpstr>
      <vt:lpstr>软件系统运行展示</vt:lpstr>
      <vt:lpstr>软件系统运行展示</vt:lpstr>
      <vt:lpstr>软件系统运行展示 </vt:lpstr>
      <vt:lpstr>软件系统运行展示 </vt:lpstr>
      <vt:lpstr>软件系统运行展示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蝉想</cp:lastModifiedBy>
  <cp:revision>162</cp:revision>
  <dcterms:created xsi:type="dcterms:W3CDTF">2019-06-19T02:08:00Z</dcterms:created>
  <dcterms:modified xsi:type="dcterms:W3CDTF">2026-07-28T17:15:39Z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E2F00F82BE814867AF97B3A3A0B3D5EF_13</vt:lpwstr>
  </property>
</Properties>
</file>